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DeepClause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3C5FD"/>
                </a:solidFill>
              </a:rPr>
              <a:t>Turn an SOP into a harness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Robust · Reliable · Responsible · Auditable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DeepClause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Traditional agent harnesses fail where it matters most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LLM-only workflows hallucinate steps, skip checks, and cannot explain a decision.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Regulated industries need accountable agents: every action traced, every gate deterministic.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Hand-written scripts are brittle — every SOP change becomes a maintenance project.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Audits today are manual: prompts, model versions, and policy drift are invisible.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DeepClause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DML: neurosymbolic AI is the key differentiator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Prolog owns the workflow: sequencing, branching, constraints, fallbacks.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LLM leaves own only judgment, extraction, and synthesis — bounded and typed.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Bounded judgment predicates: choose, verify, probability — constrained answers, not free text.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Deterministic gates fail closed; model fallbacks are explicit and visible.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The artifact is valid DML today — no compiler, no pi-only runtime assumptions.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DeepClause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s2h: SOP -&gt; validated harness -&gt; self-hosted runtime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s2h init / create / commit / export: one CLI to author, version, and ship a harness.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create drives a pi agent session; validation is deterministic before anything is accepted.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Export produces an API, chat web app, MCP server, and Docker image.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Read-only by default; shell steps run in an AgentVM sandbox (network off).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Use the UI directly or integrate through MCP.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DeepClause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Accountable agents by construction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Provenance: SOP source, authoring session, model, and version are recorded.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Auditable routing: AGENTS.md policy table mirrored in harness.json.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Deterministic validation gates; no silent overwrites; git-versioned harnesses.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Security defaults: root-confined reads, no host shell, secrets from env only.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Every skill keeps a static non-LLM fallback.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DeepClause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Example — Refund desk (presentation grade)</a:t>
            </a:r>
            <a:endParaRPr lang="en-US" sz="3000" dirty="0"/>
          </a:p>
        </p:txBody>
      </p:sp>
      <p:pic>
        <p:nvPicPr>
          <p:cNvPr id="4" name="Image 0" descr="/root/sop2harness-pi-dev/sop2harness/docs/vc/assets/refund-policy.presen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54480"/>
            <a:ext cx="59436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219456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F172A"/>
                </a:solidFill>
              </a:rPr>
              <a:t>Human-facing overview
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</a:rPr>
              <a:t>One skill per procedure.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</a:rPr>
              <a:t>Read-only decision with reason.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</a:rPr>
              <a:t>Authored from the SOP, not hand-coded.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DeepClause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Example — Refund desk (specification grade)</a:t>
            </a:r>
            <a:endParaRPr lang="en-US" sz="3000" dirty="0"/>
          </a:p>
        </p:txBody>
      </p:sp>
      <p:pic>
        <p:nvPicPr>
          <p:cNvPr id="4" name="Image 0" descr="/root/sop2harness-pi-dev/sop2harness/docs/vc/assets/refund-policy.spec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54480"/>
            <a:ext cx="59436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219456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F172A"/>
                </a:solidFill>
              </a:rPr>
              <a:t>Engineering detail
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</a:rPr>
              <a:t>agent_main + static fallback.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</a:rPr>
              <a:t>Root-confined read of policy docs.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</a:rPr>
              <a:t>Task leaf returns typed Decision.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DeepClause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Example — Antenatal danger-sign triage (judgment leaves)</a:t>
            </a:r>
            <a:endParaRPr lang="en-US" sz="3000" dirty="0"/>
          </a:p>
        </p:txBody>
      </p:sp>
      <p:pic>
        <p:nvPicPr>
          <p:cNvPr id="4" name="Image 0" descr="/root/sop2harness-pi-dev/sop2harness/docs/vc/assets/anc-quick-check.presen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54480"/>
            <a:ext cx="530352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201168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F172A"/>
                </a:solidFill>
              </a:rPr>
              <a:t>Bounded judgment, not an agent loop
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</a:rPr>
              <a:t>verify: is a danger sign present?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</a:rPr>
              <a:t>choose: routine / urgent / emergency.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</a:rPr>
              <a:t>Answer constrained to the allowed labels.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DeepClause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Business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Open-core developer tooling: self-hosted CLI + export runtime.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Hosted solution for smaller clients: recurring revenue + markup on inference pricing.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Bespoke consulting for in-house integration into existing systems.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Distribution: use the UI directly, or integrate through the MCP server.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Land with open-core, expand with managed inference and compliance integrations.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DeepClause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The ask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10642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We are raising to productize DeepClause end-to-end.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Seed: engineering, design, and first regulated-industry design partners.</a:t>
            </a:r>
            <a:endParaRPr lang="en-US" sz="16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Milestones: hosted control plane, compliance pack, and enterprise MCP integrations.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2026-09-22T10:31:14Z</dcterms:created>
  <dcterms:modified xsi:type="dcterms:W3CDTF">2026-09-22T10:31:14Z</dcterms:modified>
</cp:coreProperties>
</file>